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Kenyan students face career uncertainty with CBC curriculum.</a:t>
            </a:r>
          </a:p>
          <a:p>
            <a:pPr>
              <a:defRPr sz="2200"/>
            </a:pPr>
            <a:r>
              <a:t>Lack of personalized guidance for pathway and career selection.</a:t>
            </a:r>
          </a:p>
          <a:p>
            <a:pPr>
              <a:defRPr sz="2200"/>
            </a:pPr>
            <a:r>
              <a:t>Teachers and parents overwhelmed by CBC complexity.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AI-powered platform for CBC career mentorship.</a:t>
            </a:r>
          </a:p>
          <a:p>
            <a:pPr>
              <a:defRPr sz="2200"/>
            </a:pPr>
            <a:r>
              <a:t>Delivers personalized CBC pathways, career advice, automated CV generation.</a:t>
            </a:r>
          </a:p>
          <a:p>
            <a:pPr>
              <a:defRPr sz="2200"/>
            </a:pPr>
            <a:r>
              <a:t>Mobile/web access, available 24/7.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Platform features:</a:t>
            </a:r>
          </a:p>
          <a:p>
            <a:pPr>
              <a:defRPr sz="2200"/>
            </a:pPr>
            <a:r>
              <a:t>- AI Mentor chatbot</a:t>
            </a:r>
          </a:p>
          <a:p>
            <a:pPr>
              <a:defRPr sz="2200"/>
            </a:pPr>
            <a:r>
              <a:t>- CBC Pathway Explorer</a:t>
            </a:r>
          </a:p>
          <a:p>
            <a:pPr>
              <a:defRPr sz="2200"/>
            </a:pPr>
            <a:r>
              <a:t>- AI CV Generator</a:t>
            </a:r>
          </a:p>
          <a:p>
            <a:pPr>
              <a:defRPr sz="2200"/>
            </a:pPr>
            <a:r>
              <a:t>- Premium: assessment, skill, interview coaching</a:t>
            </a:r>
          </a:p>
          <a:p>
            <a:pPr>
              <a:defRPr sz="2200"/>
            </a:pPr>
            <a:r>
              <a:t>- Seamless M-Pesa payments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Secondary/high school CBC students</a:t>
            </a:r>
          </a:p>
          <a:p>
            <a:pPr>
              <a:defRPr sz="2200"/>
            </a:pPr>
            <a:r>
              <a:t>University applicants/job seekers</a:t>
            </a:r>
          </a:p>
          <a:p>
            <a:pPr>
              <a:defRPr sz="2200"/>
            </a:pPr>
            <a:r>
              <a:t>Parents, guardians, educators</a:t>
            </a:r>
          </a:p>
          <a:p>
            <a:pPr>
              <a:defRPr sz="2200"/>
            </a:pPr>
            <a:r>
              <a:t>Kenyan youth needing guidance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5M+ CBC students in Kenya</a:t>
            </a:r>
          </a:p>
          <a:p>
            <a:pPr>
              <a:defRPr sz="2200"/>
            </a:pPr>
            <a:r>
              <a:t>1M university applicants yearly</a:t>
            </a:r>
          </a:p>
          <a:p>
            <a:pPr>
              <a:defRPr sz="2200"/>
            </a:pPr>
            <a:r>
              <a:t>Total addressable: 7M+ youth and parents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Traditional career offices</a:t>
            </a:r>
          </a:p>
          <a:p>
            <a:pPr>
              <a:defRPr sz="2200"/>
            </a:pPr>
            <a:r>
              <a:t>Generic mentorship/career apps</a:t>
            </a:r>
          </a:p>
          <a:p>
            <a:pPr>
              <a:defRPr sz="2200"/>
            </a:pPr>
            <a:r>
              <a:t>Recruitment agencies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CBC focus: local, contextualized mentorship</a:t>
            </a:r>
          </a:p>
          <a:p>
            <a:pPr>
              <a:defRPr sz="2200"/>
            </a:pPr>
            <a:r>
              <a:t>AI-driven, always-on guidance</a:t>
            </a:r>
          </a:p>
          <a:p>
            <a:pPr>
              <a:defRPr sz="2200"/>
            </a:pPr>
            <a:r>
              <a:t>Integrated mobile payments (M-Pesa)</a:t>
            </a:r>
          </a:p>
          <a:p>
            <a:pPr>
              <a:defRPr sz="2200"/>
            </a:pPr>
            <a:r>
              <a:t>Direct school engagement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 &amp;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MVP and dashboard launched</a:t>
            </a:r>
          </a:p>
          <a:p>
            <a:pPr>
              <a:defRPr sz="2200"/>
            </a:pPr>
            <a:r>
              <a:t>M-Pesa payment pilots</a:t>
            </a:r>
          </a:p>
          <a:p>
            <a:pPr>
              <a:defRPr sz="2200"/>
            </a:pPr>
            <a:r>
              <a:t>Positive user feedback, strong demand</a:t>
            </a:r>
          </a:p>
          <a:p>
            <a:pPr>
              <a:defRPr sz="2200"/>
            </a:pPr>
            <a:r>
              <a:t>Next: mobile app, school pilots, 1M user goal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Business/Revenue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Freemium: core features always free</a:t>
            </a:r>
          </a:p>
          <a:p>
            <a:pPr>
              <a:defRPr sz="2200"/>
            </a:pPr>
            <a:r>
              <a:t>Premium AI tools via subscription (M-Pesa)</a:t>
            </a:r>
          </a:p>
          <a:p>
            <a:pPr>
              <a:defRPr sz="2200"/>
            </a:pPr>
            <a:r>
              <a:t>School/group licensing</a:t>
            </a:r>
          </a:p>
          <a:p>
            <a:pPr>
              <a:defRPr sz="2200"/>
            </a:pPr>
            <a:r>
              <a:t>Career package bundles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 To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School partnerships &amp; teacher engagement</a:t>
            </a:r>
          </a:p>
          <a:p>
            <a:pPr>
              <a:defRPr sz="2200"/>
            </a:pPr>
            <a:r>
              <a:t>CBC-focused digital social campaigns</a:t>
            </a:r>
          </a:p>
          <a:p>
            <a:pPr>
              <a:defRPr sz="2200"/>
            </a:pPr>
            <a:r>
              <a:t>NGO/sponsor support</a:t>
            </a:r>
          </a:p>
          <a:p>
            <a:pPr>
              <a:defRPr sz="2200"/>
            </a:pPr>
            <a:r>
              <a:t>Referral/influencer student challenge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KES 5M seed investment</a:t>
            </a:r>
          </a:p>
          <a:p>
            <a:pPr>
              <a:defRPr sz="2200"/>
            </a:pPr>
            <a:r>
              <a:t>Growth, tech, and mobile launch</a:t>
            </a:r>
          </a:p>
          <a:p>
            <a:pPr>
              <a:defRPr sz="2200"/>
            </a:pPr>
            <a:r>
              <a:t>Content &amp; school onboarding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Lead: EdTech/AI Kenya</a:t>
            </a:r>
          </a:p>
          <a:p>
            <a:pPr>
              <a:defRPr sz="2200"/>
            </a:pPr>
            <a:r>
              <a:t>AI/ML developers</a:t>
            </a:r>
          </a:p>
          <a:p>
            <a:pPr>
              <a:defRPr sz="2200"/>
            </a:pPr>
            <a:r>
              <a:t>CBC expert teachers</a:t>
            </a:r>
          </a:p>
          <a:p>
            <a:pPr>
              <a:defRPr sz="2200"/>
            </a:pPr>
            <a:r>
              <a:t>Advisors: school leaders, youth NGOs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